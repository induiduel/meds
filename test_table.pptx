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365760" y="1188720"/>
          <a:ext cx="841248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04160"/>
                <a:gridCol w="2804160"/>
                <a:gridCol w="2804160"/>
              </a:tblGrid>
              <a:tr h="80010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Özellik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Kırmızı (Hemorajik) Enfarkt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Beyaz (Anemik) Enfarkt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8001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8001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